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News Explorer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3"/>
            <a:ext cx="4551284" cy="177693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2520030158-S.Anusha</a:t>
            </a:r>
          </a:p>
          <a:p>
            <a:r>
              <a:rPr lang="en-US" dirty="0">
                <a:solidFill>
                  <a:srgbClr val="0070C0"/>
                </a:solidFill>
              </a:rPr>
              <a:t>2520030161-M</a:t>
            </a:r>
            <a:r>
              <a:rPr lang="en-US">
                <a:solidFill>
                  <a:srgbClr val="0070C0"/>
                </a:solidFill>
              </a:rPr>
              <a:t>.Srinikitha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2520030216-D.Deekshitha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Dr.V.Sireesha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32C05F-FB4D-5C0F-7371-A56308FEFF58}"/>
              </a:ext>
            </a:extLst>
          </p:cNvPr>
          <p:cNvSpPr txBox="1"/>
          <p:nvPr/>
        </p:nvSpPr>
        <p:spPr>
          <a:xfrm>
            <a:off x="2304661" y="2397967"/>
            <a:ext cx="8425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News Explorer</a:t>
            </a:r>
            <a:r>
              <a:rPr lang="en-IN" dirty="0"/>
              <a:t> is a real-time news aggregation and retrieval system developed to help users efficiently find </a:t>
            </a:r>
            <a:r>
              <a:rPr lang="en-IN" b="1" dirty="0"/>
              <a:t>relevant, timely, and non-redundant news</a:t>
            </a:r>
            <a:r>
              <a:rPr lang="en-IN" dirty="0"/>
              <a:t> from multiple sources. The system applies advanced </a:t>
            </a:r>
            <a:r>
              <a:rPr lang="en-IN" b="1" dirty="0"/>
              <a:t>Data Structures and Algorithms</a:t>
            </a:r>
            <a:r>
              <a:rPr lang="en-IN" dirty="0"/>
              <a:t> for fast searching, full-text indexing, personalized article selection, duplicate detection, and trending analysis. Algorithms such as </a:t>
            </a:r>
            <a:r>
              <a:rPr lang="en-IN" b="1" dirty="0"/>
              <a:t>KMP, Z-Algorithm, Rabin-Karp, Suffix Array, Dynamic Programming, Network Flow, </a:t>
            </a:r>
            <a:r>
              <a:rPr lang="en-IN" b="1" dirty="0" err="1"/>
              <a:t>MinHash</a:t>
            </a:r>
            <a:r>
              <a:rPr lang="en-IN" b="1" dirty="0"/>
              <a:t>, LSH, and Parallel Prefix-Sum/Reduce</a:t>
            </a:r>
            <a:r>
              <a:rPr lang="en-IN" dirty="0"/>
              <a:t> are integrated into different modules. The project demonstrates how classical and modern algorithmic techniques can work together to solve a </a:t>
            </a:r>
            <a:r>
              <a:rPr lang="en-IN" b="1" dirty="0"/>
              <a:t>large-scale real-world information retrieval problem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6BF89-2936-1FEF-41C4-E0D397A0FB87}"/>
              </a:ext>
            </a:extLst>
          </p:cNvPr>
          <p:cNvSpPr txBox="1"/>
          <p:nvPr/>
        </p:nvSpPr>
        <p:spPr>
          <a:xfrm>
            <a:off x="2258008" y="2295338"/>
            <a:ext cx="90693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rapid growth of digital news makes it difficult for users to find </a:t>
            </a:r>
            <a:r>
              <a:rPr lang="en-IN" b="1" dirty="0"/>
              <a:t>relevant and timely information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News Explorer</a:t>
            </a:r>
            <a:r>
              <a:rPr lang="en-IN" dirty="0"/>
              <a:t> provides a single platform to search, organize, and retrieve news efficiently.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It uses </a:t>
            </a:r>
            <a:r>
              <a:rPr lang="en-IN" b="1" dirty="0"/>
              <a:t>advanced algorithmic techniques</a:t>
            </a:r>
            <a:r>
              <a:rPr lang="en-IN" dirty="0"/>
              <a:t> instead of relying only on standard search methods.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String-matching algorithms</a:t>
            </a:r>
            <a:r>
              <a:rPr lang="en-IN" dirty="0"/>
              <a:t> enable fast keyword and phrase searching.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Dynamic Programming and Network Flow</a:t>
            </a:r>
            <a:r>
              <a:rPr lang="en-IN" dirty="0"/>
              <a:t> are used for article selection and resource allocation.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 err="1"/>
              <a:t>MinHash</a:t>
            </a:r>
            <a:r>
              <a:rPr lang="en-IN" b="1" dirty="0"/>
              <a:t>, LSH, and parallel algorithms</a:t>
            </a:r>
            <a:r>
              <a:rPr lang="en-IN" dirty="0"/>
              <a:t> help detect similar news and calculate trending scores.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project demonstrates the practical use of </a:t>
            </a:r>
            <a:r>
              <a:rPr lang="en-IN" b="1" dirty="0"/>
              <a:t>advanced DSA concepts in a real-world information-retrieval system</a:t>
            </a:r>
            <a:r>
              <a:rPr lang="en-IN" dirty="0"/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A6657-71D1-C1E9-5CAE-DCA13CDB3762}"/>
              </a:ext>
            </a:extLst>
          </p:cNvPr>
          <p:cNvSpPr txBox="1"/>
          <p:nvPr/>
        </p:nvSpPr>
        <p:spPr>
          <a:xfrm>
            <a:off x="2472612" y="2220678"/>
            <a:ext cx="86214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String Matching:</a:t>
            </a:r>
            <a:r>
              <a:rPr lang="en-IN" dirty="0"/>
              <a:t> Algorithms such as </a:t>
            </a:r>
            <a:r>
              <a:rPr lang="en-IN" b="1" dirty="0"/>
              <a:t>KMP, Z-Algorithm, and Rabin-Karp</a:t>
            </a:r>
            <a:r>
              <a:rPr lang="en-IN" dirty="0"/>
              <a:t> are used for efficient keyword and phrase searching.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Full-Text Indexing:</a:t>
            </a:r>
            <a:r>
              <a:rPr lang="en-IN" dirty="0"/>
              <a:t> </a:t>
            </a:r>
            <a:r>
              <a:rPr lang="en-IN" b="1" dirty="0"/>
              <a:t>Suffix Arrays and LCP Arrays</a:t>
            </a:r>
            <a:r>
              <a:rPr lang="en-IN" dirty="0"/>
              <a:t> provide fast substring searching in large collections of 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Dynamic Programming:</a:t>
            </a:r>
            <a:r>
              <a:rPr lang="en-IN" dirty="0"/>
              <a:t> Used for </a:t>
            </a:r>
            <a:r>
              <a:rPr lang="en-IN" b="1" dirty="0"/>
              <a:t>personalized article selection</a:t>
            </a:r>
            <a:r>
              <a:rPr lang="en-IN" dirty="0"/>
              <a:t> and topic-based relevance optimization.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Network Flow:</a:t>
            </a:r>
            <a:r>
              <a:rPr lang="en-IN" dirty="0"/>
              <a:t> </a:t>
            </a:r>
            <a:r>
              <a:rPr lang="en-IN" b="1" dirty="0"/>
              <a:t>Ford-Fulkerson, Edmonds-Karp, and </a:t>
            </a:r>
            <a:r>
              <a:rPr lang="en-IN" b="1" dirty="0" err="1"/>
              <a:t>Dinic's</a:t>
            </a:r>
            <a:r>
              <a:rPr lang="en-IN" b="1" dirty="0"/>
              <a:t> algorithms</a:t>
            </a:r>
            <a:r>
              <a:rPr lang="en-IN" dirty="0"/>
              <a:t> support resource allocation and alert-to-user matching.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Approximation Algorithms:</a:t>
            </a:r>
            <a:r>
              <a:rPr lang="en-IN" dirty="0"/>
              <a:t> Useful for handling difficult </a:t>
            </a:r>
            <a:r>
              <a:rPr lang="en-IN" b="1" dirty="0"/>
              <a:t>news deduplication and clustering</a:t>
            </a:r>
            <a:r>
              <a:rPr lang="en-IN" dirty="0"/>
              <a:t> problems efficiently.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Randomized Algorithms:</a:t>
            </a:r>
            <a:r>
              <a:rPr lang="en-IN" dirty="0"/>
              <a:t> </a:t>
            </a:r>
            <a:r>
              <a:rPr lang="en-IN" b="1" dirty="0" err="1"/>
              <a:t>MinHash</a:t>
            </a:r>
            <a:r>
              <a:rPr lang="en-IN" b="1" dirty="0"/>
              <a:t> and LSH</a:t>
            </a:r>
            <a:r>
              <a:rPr lang="en-IN" dirty="0"/>
              <a:t> enable scalable detection of near-duplicate news articles.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Parallel Algorithms:</a:t>
            </a:r>
            <a:r>
              <a:rPr lang="en-IN" dirty="0"/>
              <a:t> </a:t>
            </a:r>
            <a:r>
              <a:rPr lang="en-IN" b="1" dirty="0"/>
              <a:t>Prefix Sum and Reduce</a:t>
            </a:r>
            <a:r>
              <a:rPr lang="en-IN" dirty="0"/>
              <a:t> help calculate trending scores efficiently across large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2D169-718C-3B99-B12A-5225B33F9CFB}"/>
              </a:ext>
            </a:extLst>
          </p:cNvPr>
          <p:cNvSpPr txBox="1"/>
          <p:nvPr/>
        </p:nvSpPr>
        <p:spPr>
          <a:xfrm>
            <a:off x="2425959" y="2118048"/>
            <a:ext cx="88174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rapid growth of digital news makes it difficult to find </a:t>
            </a:r>
            <a:r>
              <a:rPr lang="en-IN" b="1" dirty="0"/>
              <a:t>relevant, timely, and non-redundant information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News from multiple sources creates challenges in </a:t>
            </a:r>
            <a:r>
              <a:rPr lang="en-IN" b="1" dirty="0"/>
              <a:t>searching, organizing, filtering, and removing duplicate content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Efficient algorithms are required to process and retrieve large volumes of news.</a:t>
            </a:r>
          </a:p>
          <a:p>
            <a:pPr lvl="0" algn="just"/>
            <a:r>
              <a:rPr lang="en-IN" dirty="0"/>
              <a:t> </a:t>
            </a:r>
          </a:p>
          <a:p>
            <a:r>
              <a:rPr lang="en-IN" b="1" dirty="0"/>
              <a:t>Objectives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Perform </a:t>
            </a:r>
            <a:r>
              <a:rPr lang="en-IN" b="1" dirty="0"/>
              <a:t>fast keyword and phrase searching</a:t>
            </a:r>
            <a:r>
              <a:rPr lang="en-IN" dirty="0"/>
              <a:t> using string-matching algorithms.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Build efficient </a:t>
            </a:r>
            <a:r>
              <a:rPr lang="en-IN" b="1" dirty="0"/>
              <a:t>full-text indexing</a:t>
            </a:r>
            <a:r>
              <a:rPr lang="en-IN" dirty="0"/>
              <a:t> for quick substring retrieval.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Select personalized news within a </a:t>
            </a:r>
            <a:r>
              <a:rPr lang="en-IN" b="1" dirty="0"/>
              <a:t>reading-time budget</a:t>
            </a:r>
            <a:r>
              <a:rPr lang="en-IN" dirty="0"/>
              <a:t> using Dynamic Programming.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Allocate crawling and alert resources using </a:t>
            </a:r>
            <a:r>
              <a:rPr lang="en-IN" b="1" dirty="0"/>
              <a:t>Network Flow and Bipartite Matching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Detect </a:t>
            </a:r>
            <a:r>
              <a:rPr lang="en-IN" b="1" dirty="0"/>
              <a:t>near-duplicate articles</a:t>
            </a:r>
            <a:r>
              <a:rPr lang="en-IN" dirty="0"/>
              <a:t> using </a:t>
            </a:r>
            <a:r>
              <a:rPr lang="en-IN" dirty="0" err="1"/>
              <a:t>MinHash</a:t>
            </a:r>
            <a:r>
              <a:rPr lang="en-IN" dirty="0"/>
              <a:t> and LSH.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Calculate </a:t>
            </a:r>
            <a:r>
              <a:rPr lang="en-IN" b="1" dirty="0"/>
              <a:t>live trending scores</a:t>
            </a:r>
            <a:r>
              <a:rPr lang="en-IN" dirty="0"/>
              <a:t> using parallel Prefix Sum and Reduce.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B7AB9A-BB6A-65A7-2BC9-2D8C548C3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846" y="1194318"/>
            <a:ext cx="5046306" cy="50463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F646B-F5FE-8E8D-75AF-8E60B929C9F8}"/>
              </a:ext>
            </a:extLst>
          </p:cNvPr>
          <p:cNvSpPr txBox="1"/>
          <p:nvPr/>
        </p:nvSpPr>
        <p:spPr>
          <a:xfrm>
            <a:off x="2660072" y="2164702"/>
            <a:ext cx="85553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Fast keyword and phrase searching</a:t>
            </a:r>
            <a:r>
              <a:rPr lang="en-IN" dirty="0"/>
              <a:t> was achieved using </a:t>
            </a:r>
            <a:r>
              <a:rPr lang="en-IN" b="1" dirty="0"/>
              <a:t>KMP, Z-Algorithm, and Rabin-Karp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Suffix Array and LCP Array</a:t>
            </a:r>
            <a:r>
              <a:rPr lang="en-IN" dirty="0"/>
              <a:t> enabled efficient full-text substring searching.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Bitmask DP</a:t>
            </a:r>
            <a:r>
              <a:rPr lang="en-IN" dirty="0"/>
              <a:t> selected an optimal set of articles within a reading-time budget.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Network Flow algorithms</a:t>
            </a:r>
            <a:r>
              <a:rPr lang="en-IN" dirty="0"/>
              <a:t> supported crawler resource allocation and alert matching.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 err="1"/>
              <a:t>MinHash</a:t>
            </a:r>
            <a:r>
              <a:rPr lang="en-IN" b="1" dirty="0"/>
              <a:t> and LSH</a:t>
            </a:r>
            <a:r>
              <a:rPr lang="en-IN" dirty="0"/>
              <a:t> detected near-duplicate news articles efficiently.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Parallel Prefix Sum and Reduce</a:t>
            </a:r>
            <a:r>
              <a:rPr lang="en-IN" dirty="0"/>
              <a:t> were used to calculate live trending scores.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system successfully demonstrates the combined application of advanced DSA techniques in a real-world news retrieval system.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6D711-82EB-8DCD-F602-AA18A06EF070}"/>
              </a:ext>
            </a:extLst>
          </p:cNvPr>
          <p:cNvSpPr txBox="1"/>
          <p:nvPr/>
        </p:nvSpPr>
        <p:spPr>
          <a:xfrm>
            <a:off x="2575249" y="2015406"/>
            <a:ext cx="86494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Hardware Requirements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Computer/Laptop</a:t>
            </a:r>
            <a:r>
              <a:rPr lang="en-IN" dirty="0"/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Minimum 4 GB RAM</a:t>
            </a:r>
            <a:r>
              <a:rPr lang="en-IN" dirty="0"/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Processor:</a:t>
            </a:r>
            <a:r>
              <a:rPr lang="en-IN" dirty="0"/>
              <a:t> Dual-core or higher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Storage:</a:t>
            </a:r>
            <a:r>
              <a:rPr lang="en-IN" dirty="0"/>
              <a:t> Sufficient space for the news dataset and project files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Internet connection</a:t>
            </a:r>
            <a:r>
              <a:rPr lang="en-IN" dirty="0"/>
              <a:t> for collecting news data </a:t>
            </a:r>
          </a:p>
          <a:p>
            <a:pPr lvl="0" algn="just"/>
            <a:endParaRPr lang="en-IN" dirty="0"/>
          </a:p>
          <a:p>
            <a:r>
              <a:rPr lang="en-IN" b="1" dirty="0"/>
              <a:t>Software Requirements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Operating System:</a:t>
            </a:r>
            <a:r>
              <a:rPr lang="en-IN" dirty="0"/>
              <a:t> Windows / Linux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Programming Language:</a:t>
            </a:r>
            <a:r>
              <a:rPr lang="en-IN" dirty="0"/>
              <a:t> Java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Development Environment:</a:t>
            </a:r>
            <a:r>
              <a:rPr lang="en-IN" dirty="0"/>
              <a:t> VS Code / IntelliJ IDEA / any Java IDE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Version Control:</a:t>
            </a:r>
            <a:r>
              <a:rPr lang="en-IN" dirty="0"/>
              <a:t> Git &amp; GitHub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Terminal:</a:t>
            </a:r>
            <a:r>
              <a:rPr lang="en-IN" dirty="0"/>
              <a:t> Git Bash / Command Prompt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Source:</a:t>
            </a:r>
            <a:r>
              <a:rPr lang="en-IN" dirty="0"/>
              <a:t> News dataset or News API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F39F4-10D4-1064-ACC7-5832DC9D8BF7}"/>
              </a:ext>
            </a:extLst>
          </p:cNvPr>
          <p:cNvSpPr txBox="1"/>
          <p:nvPr/>
        </p:nvSpPr>
        <p:spPr>
          <a:xfrm>
            <a:off x="2660072" y="2108718"/>
            <a:ext cx="8126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News Explorer</a:t>
            </a:r>
            <a:r>
              <a:rPr lang="en-IN" dirty="0"/>
              <a:t> provides an efficient solution for searching and organizing large collections of news articles.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system applies </a:t>
            </a:r>
            <a:r>
              <a:rPr lang="en-IN" b="1" dirty="0"/>
              <a:t>advanced data structures and algorithms</a:t>
            </a:r>
            <a:r>
              <a:rPr lang="en-IN" dirty="0"/>
              <a:t> such as hashing, tries, inverted indexing, and string matching for fast retrieval.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Edit distance and document similarity</a:t>
            </a:r>
            <a:r>
              <a:rPr lang="en-IN" dirty="0"/>
              <a:t> improve the accuracy of search results and identification of related articles.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Relevance-based ranking and recommendations help users </a:t>
            </a:r>
            <a:r>
              <a:rPr lang="en-IN" b="1" dirty="0"/>
              <a:t>discover useful and related news quickly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project demonstrates the practical application of </a:t>
            </a:r>
            <a:r>
              <a:rPr lang="en-IN" b="1" dirty="0"/>
              <a:t>algorithm design, data structures, searching, string processing, and complexity analysis</a:t>
            </a:r>
            <a:r>
              <a:rPr lang="en-IN" dirty="0"/>
              <a:t> to a real-world problem.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Overall, News Explorer can make </a:t>
            </a:r>
            <a:r>
              <a:rPr lang="en-IN" b="1" dirty="0"/>
              <a:t>news discovery faster, more organized, and user-friendly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D4365A-D4C8-6CCD-B604-19F7977B5E7D}"/>
              </a:ext>
            </a:extLst>
          </p:cNvPr>
          <p:cNvSpPr txBox="1"/>
          <p:nvPr/>
        </p:nvSpPr>
        <p:spPr>
          <a:xfrm>
            <a:off x="2519265" y="2313992"/>
            <a:ext cx="85748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Expand </a:t>
            </a:r>
            <a:r>
              <a:rPr lang="en-IN" b="1" dirty="0"/>
              <a:t>News Explorer</a:t>
            </a:r>
            <a:r>
              <a:rPr lang="en-IN" dirty="0"/>
              <a:t> to support a larger number of news sources and articles.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Improve </a:t>
            </a:r>
            <a:r>
              <a:rPr lang="en-IN" b="1" dirty="0"/>
              <a:t>personalized news recommendations</a:t>
            </a:r>
            <a:r>
              <a:rPr lang="en-IN" dirty="0"/>
              <a:t> based on user interests and reading-time limits.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Enhance </a:t>
            </a:r>
            <a:r>
              <a:rPr lang="en-IN" b="1" dirty="0"/>
              <a:t>duplicate and near-duplicate detection</a:t>
            </a:r>
            <a:r>
              <a:rPr lang="en-IN" dirty="0"/>
              <a:t> for large-scale news collections.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Add more efficient </a:t>
            </a:r>
            <a:r>
              <a:rPr lang="en-IN" b="1" dirty="0"/>
              <a:t>real-time trending analysis</a:t>
            </a:r>
            <a:r>
              <a:rPr lang="en-IN" dirty="0"/>
              <a:t> using parallel and distributed processing.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Extend the system to support </a:t>
            </a:r>
            <a:r>
              <a:rPr lang="en-IN" b="1" dirty="0"/>
              <a:t>multiple Indian languages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Improve </a:t>
            </a:r>
            <a:r>
              <a:rPr lang="en-IN" b="1" dirty="0"/>
              <a:t>resource allocation and alert matching</a:t>
            </a:r>
            <a:r>
              <a:rPr lang="en-IN" dirty="0"/>
              <a:t> for real-time breaking news.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Scale the system to handle </a:t>
            </a:r>
            <a:r>
              <a:rPr lang="en-IN" b="1" dirty="0"/>
              <a:t>millions of articles</a:t>
            </a:r>
            <a:r>
              <a:rPr lang="en-IN" dirty="0"/>
              <a:t>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883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News Explorer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deekshitha dhatrika</cp:lastModifiedBy>
  <cp:revision>22</cp:revision>
  <dcterms:created xsi:type="dcterms:W3CDTF">2024-08-29T05:25:00Z</dcterms:created>
  <dcterms:modified xsi:type="dcterms:W3CDTF">2026-08-29T07:01:08Z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