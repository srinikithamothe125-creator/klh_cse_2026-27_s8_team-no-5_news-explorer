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68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Image 0" descr="news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64" y="1283818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REVIEW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Explorer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News Aggregation and Intelligent Retrieval System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news discovery through web crawling, NLP, and relevance ranking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574182"/>
            <a:ext cx="9601200" cy="780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2520030158-S.Anusha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2520030161-M.Srinikitha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2520030216-D.Deekshitha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6400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Shape 2"/>
          <p:cNvSpPr/>
          <p:nvPr/>
        </p:nvSpPr>
        <p:spPr>
          <a:xfrm>
            <a:off x="8275320" y="15544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0" y="16642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0392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published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worldwide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75320" y="31546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0" y="32644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03920" y="3840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indexing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47548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48646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03920" y="5440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crawling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600200"/>
            <a:ext cx="7452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Explorer is a centralized, scalable news retrieval system that aggregates content from multiple sources in real time, processes it using NLP techniques, and delivers fast, relevant, and personalized results.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7452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combines web crawling, text indexing, relevance ranking, and real-time alerts to help users overcome information overload and stay informed on the topics that matter to them — all through a single, unified, user-friendly platform.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7452360" cy="1234440"/>
          </a:xfrm>
          <a:prstGeom prst="roundRect">
            <a:avLst>
              <a:gd name="adj" fmla="val 7407"/>
            </a:avLst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6903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everywhere → Index intelligently → Rank by relevance → Personalize &amp; alert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6400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32E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92808"/>
            <a:ext cx="685800" cy="6858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news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5740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news articles are published daily across diverse, scattered media outlets.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32E3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92808"/>
            <a:ext cx="685800" cy="6858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5740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Inaccurate Discovery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25856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struggle to find relevant, timely, and trustworthy news quickly.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32E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33088"/>
            <a:ext cx="685800" cy="6858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97680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Sources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49884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aggregates and indexes content from multiple outlets at scale.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32E3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33088"/>
            <a:ext cx="685800" cy="6858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1" name="Image 3" descr="user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297680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96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Personalization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49884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rarely tailor results or alerts to individual reader interests.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6400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200985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Aggregation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815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crawl and collect articles from diverse outlets &amp; APIs.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85623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1" name="Image 1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03" y="20098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&amp; Topic Search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5152" y="30815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news by keywords, categories, and topics in real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84464" y="16002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85623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2" descr="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20098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Filtering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13064" y="30815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results by date, source, category, and relevance.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46227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" y="461589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Ranking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687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scoring (TF-IDF / BM25) ranks results by significance.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42062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46227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6" name="Image 4" descr="userc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203" y="461589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Feed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45152" y="5687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articles based on interests &amp; reading history.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84464" y="42062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462272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1" name="Image 5" descr="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5" y="461589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13064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News Alerts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13064" y="5687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real-time notifications on topics of interest.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6400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1907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 4"/>
          <p:cNvSpPr/>
          <p:nvPr/>
        </p:nvSpPr>
        <p:spPr>
          <a:xfrm>
            <a:off x="1508760" y="160020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Language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160020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(STL) / Python — implementing KMP, Z-function, Rabin-Karp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254203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1" name="Text 7"/>
          <p:cNvSpPr/>
          <p:nvPr/>
        </p:nvSpPr>
        <p:spPr>
          <a:xfrm>
            <a:off x="1508760" y="242316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&amp; Suffix Structures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46320" y="242316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SA-IS / DivSufSort (suffix array + LCP), suffix automaton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" y="336499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1"/>
          <p:cNvSpPr/>
          <p:nvPr/>
        </p:nvSpPr>
        <p:spPr>
          <a:xfrm>
            <a:off x="1508760" y="324612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46320" y="324612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maps / functools.lru_cache — bitmask DP, DP on trees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77240" y="418795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0" name="Text 14"/>
          <p:cNvSpPr/>
          <p:nvPr/>
        </p:nvSpPr>
        <p:spPr>
          <a:xfrm>
            <a:off x="1508760" y="406908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&amp; Network Flow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846320" y="406908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Graph Library / NetworkX — Ford-Fulkerson, Edmonds-Karp, Dinic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77240" y="501091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5" name="Text 18"/>
          <p:cNvSpPr/>
          <p:nvPr/>
        </p:nvSpPr>
        <p:spPr>
          <a:xfrm>
            <a:off x="1508760" y="489204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 &amp; NP-Hard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846320" y="489204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/ PuLP — greedy &amp; LP-relaxation heuristics for set-cover style clustering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77240" y="583387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9" name="Text 21"/>
          <p:cNvSpPr/>
          <p:nvPr/>
        </p:nvSpPr>
        <p:spPr>
          <a:xfrm>
            <a:off x="1508760" y="571500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 &amp; Parallel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846320" y="5715000"/>
            <a:ext cx="6537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datasketch (MinHash/LSH), OpenMP / Python multiprocessing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6400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3794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platform aggregating and indexing news in real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1518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keyword &amp; topic search with relevance ranking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9242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news feed tailored to individual reader interests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6966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breaking news alerts delivered to users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4690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46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80060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fault-tolerant system handling high traffic &amp; continuous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A8A8A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724144"/>
            <a:ext cx="365760" cy="3657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724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57784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information overload and a better news discovery experience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66760" y="1691640"/>
            <a:ext cx="3246120" cy="4663440"/>
          </a:xfrm>
          <a:prstGeom prst="roundRect">
            <a:avLst>
              <a:gd name="adj" fmla="val 3944"/>
            </a:avLst>
          </a:prstGeom>
          <a:solidFill>
            <a:srgbClr val="1B2430"/>
          </a:solidFill>
          <a:ln/>
        </p:spPr>
      </p:sp>
      <p:pic>
        <p:nvPicPr>
          <p:cNvPr id="30" name="Image 0" descr="news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90" y="2163470"/>
            <a:ext cx="427939" cy="42793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410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8641080" y="333756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fast, reliable, and personalized destination — so readers spend less time searching and more time staying informed.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641080" y="5577840"/>
            <a:ext cx="2468880" cy="0"/>
          </a:xfrm>
          <a:prstGeom prst="line">
            <a:avLst/>
          </a:prstGeom>
          <a:noFill/>
          <a:ln w="19050">
            <a:solidFill>
              <a:srgbClr val="D726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487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Anusha Reddy</cp:lastModifiedBy>
  <cp:revision>2</cp:revision>
  <dcterms:created xsi:type="dcterms:W3CDTF">2026-08-12T10:01:01Z</dcterms:created>
  <dcterms:modified xsi:type="dcterms:W3CDTF">2026-08-12T10:05:14Z</dcterms:modified>
</cp:coreProperties>
</file>