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3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97897E-9127-4D9A-B4CA-BC279E85EBD5}" v="1" dt="2026-08-13T06:47:43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usha Reddy" userId="ed65a7f9e8f4be92" providerId="LiveId" clId="{9A734434-713B-46E4-9ABA-2B473EBF3104}"/>
    <pc:docChg chg="undo custSel delSld modSld">
      <pc:chgData name="Anusha Reddy" userId="ed65a7f9e8f4be92" providerId="LiveId" clId="{9A734434-713B-46E4-9ABA-2B473EBF3104}" dt="2026-08-13T06:49:51.202" v="82" actId="255"/>
      <pc:docMkLst>
        <pc:docMk/>
      </pc:docMkLst>
      <pc:sldChg chg="modSp mod">
        <pc:chgData name="Anusha Reddy" userId="ed65a7f9e8f4be92" providerId="LiveId" clId="{9A734434-713B-46E4-9ABA-2B473EBF3104}" dt="2026-08-13T06:49:17.621" v="76" actId="255"/>
        <pc:sldMkLst>
          <pc:docMk/>
          <pc:sldMk cId="0" sldId="256"/>
        </pc:sldMkLst>
        <pc:spChg chg="mod">
          <ac:chgData name="Anusha Reddy" userId="ed65a7f9e8f4be92" providerId="LiveId" clId="{9A734434-713B-46E4-9ABA-2B473EBF3104}" dt="2026-08-12T10:07:47.350" v="0" actId="1038"/>
          <ac:spMkLst>
            <pc:docMk/>
            <pc:sldMk cId="0" sldId="256"/>
            <ac:spMk id="2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17.621" v="76" actId="255"/>
          <ac:spMkLst>
            <pc:docMk/>
            <pc:sldMk cId="0" sldId="256"/>
            <ac:spMk id="11" creationId="{00000000-0000-0000-0000-000000000000}"/>
          </ac:spMkLst>
        </pc:spChg>
      </pc:sldChg>
      <pc:sldChg chg="modSp del mod">
        <pc:chgData name="Anusha Reddy" userId="ed65a7f9e8f4be92" providerId="LiveId" clId="{9A734434-713B-46E4-9ABA-2B473EBF3104}" dt="2026-08-12T10:07:59.732" v="2" actId="47"/>
        <pc:sldMkLst>
          <pc:docMk/>
          <pc:sldMk cId="0" sldId="257"/>
        </pc:sldMkLst>
        <pc:spChg chg="mod">
          <ac:chgData name="Anusha Reddy" userId="ed65a7f9e8f4be92" providerId="LiveId" clId="{9A734434-713B-46E4-9ABA-2B473EBF3104}" dt="2026-08-12T10:07:51.948" v="1" actId="1076"/>
          <ac:spMkLst>
            <pc:docMk/>
            <pc:sldMk cId="0" sldId="257"/>
            <ac:spMk id="2" creationId="{00000000-0000-0000-0000-000000000000}"/>
          </ac:spMkLst>
        </pc:spChg>
      </pc:sldChg>
      <pc:sldChg chg="modSp mod">
        <pc:chgData name="Anusha Reddy" userId="ed65a7f9e8f4be92" providerId="LiveId" clId="{9A734434-713B-46E4-9ABA-2B473EBF3104}" dt="2026-08-13T06:49:09.388" v="75" actId="255"/>
        <pc:sldMkLst>
          <pc:docMk/>
          <pc:sldMk cId="0" sldId="258"/>
        </pc:sldMkLst>
        <pc:spChg chg="mod">
          <ac:chgData name="Anusha Reddy" userId="ed65a7f9e8f4be92" providerId="LiveId" clId="{9A734434-713B-46E4-9ABA-2B473EBF3104}" dt="2026-08-13T06:48:43.061" v="74" actId="255"/>
          <ac:spMkLst>
            <pc:docMk/>
            <pc:sldMk cId="0" sldId="258"/>
            <ac:spMk id="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8:32.090" v="72" actId="255"/>
          <ac:spMkLst>
            <pc:docMk/>
            <pc:sldMk cId="0" sldId="258"/>
            <ac:spMk id="13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09.388" v="75" actId="255"/>
          <ac:spMkLst>
            <pc:docMk/>
            <pc:sldMk cId="0" sldId="258"/>
            <ac:spMk id="1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8:36.656" v="73" actId="255"/>
          <ac:spMkLst>
            <pc:docMk/>
            <pc:sldMk cId="0" sldId="258"/>
            <ac:spMk id="23" creationId="{00000000-0000-0000-0000-000000000000}"/>
          </ac:spMkLst>
        </pc:spChg>
      </pc:sldChg>
      <pc:sldChg chg="addSp delSp modSp mod">
        <pc:chgData name="Anusha Reddy" userId="ed65a7f9e8f4be92" providerId="LiveId" clId="{9A734434-713B-46E4-9ABA-2B473EBF3104}" dt="2026-08-13T06:49:51.202" v="82" actId="255"/>
        <pc:sldMkLst>
          <pc:docMk/>
          <pc:sldMk cId="0" sldId="259"/>
        </pc:sldMkLst>
        <pc:spChg chg="mod">
          <ac:chgData name="Anusha Reddy" userId="ed65a7f9e8f4be92" providerId="LiveId" clId="{9A734434-713B-46E4-9ABA-2B473EBF3104}" dt="2026-08-13T06:49:28.948" v="77" actId="255"/>
          <ac:spMkLst>
            <pc:docMk/>
            <pc:sldMk cId="0" sldId="259"/>
            <ac:spMk id="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35.653" v="78" actId="255"/>
          <ac:spMkLst>
            <pc:docMk/>
            <pc:sldMk cId="0" sldId="259"/>
            <ac:spMk id="13" creationId="{00000000-0000-0000-0000-000000000000}"/>
          </ac:spMkLst>
        </pc:spChg>
        <pc:spChg chg="add del">
          <ac:chgData name="Anusha Reddy" userId="ed65a7f9e8f4be92" providerId="LiveId" clId="{9A734434-713B-46E4-9ABA-2B473EBF3104}" dt="2026-08-13T06:41:33.454" v="4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39.647" v="79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1:57.808" v="10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51.202" v="82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47.604" v="81" actId="255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9:43.843" v="80" actId="255"/>
          <ac:spMkLst>
            <pc:docMk/>
            <pc:sldMk cId="0" sldId="259"/>
            <ac:spMk id="33" creationId="{00000000-0000-0000-0000-000000000000}"/>
          </ac:spMkLst>
        </pc:spChg>
      </pc:sldChg>
      <pc:sldChg chg="addSp delSp modSp mod">
        <pc:chgData name="Anusha Reddy" userId="ed65a7f9e8f4be92" providerId="LiveId" clId="{9A734434-713B-46E4-9ABA-2B473EBF3104}" dt="2026-08-13T06:48:17.139" v="71" actId="255"/>
        <pc:sldMkLst>
          <pc:docMk/>
          <pc:sldMk cId="0" sldId="260"/>
        </pc:sldMkLst>
        <pc:spChg chg="add del mod">
          <ac:chgData name="Anusha Reddy" userId="ed65a7f9e8f4be92" providerId="LiveId" clId="{9A734434-713B-46E4-9ABA-2B473EBF3104}" dt="2026-08-13T06:48:00.228" v="66" actId="47"/>
          <ac:spMkLst>
            <pc:docMk/>
            <pc:sldMk cId="0" sldId="260"/>
            <ac:spMk id="4" creationId="{5E39885B-FD4D-993A-8D80-1C730C49E684}"/>
          </ac:spMkLst>
        </pc:spChg>
        <pc:spChg chg="mod">
          <ac:chgData name="Anusha Reddy" userId="ed65a7f9e8f4be92" providerId="LiveId" clId="{9A734434-713B-46E4-9ABA-2B473EBF3104}" dt="2026-08-13T06:48:17.139" v="71" actId="255"/>
          <ac:spMkLst>
            <pc:docMk/>
            <pc:sldMk cId="0" sldId="260"/>
            <ac:spMk id="8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51.764" v="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47.894" v="61" actId="255"/>
          <ac:spMkLst>
            <pc:docMk/>
            <pc:sldMk cId="0" sldId="260"/>
            <ac:spMk id="17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8:05.011" v="68" actId="255"/>
          <ac:spMkLst>
            <pc:docMk/>
            <pc:sldMk cId="0" sldId="260"/>
            <ac:spMk id="21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8:09.413" v="69" actId="255"/>
          <ac:spMkLst>
            <pc:docMk/>
            <pc:sldMk cId="0" sldId="260"/>
            <ac:spMk id="26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8:13.150" v="70" actId="255"/>
          <ac:spMkLst>
            <pc:docMk/>
            <pc:sldMk cId="0" sldId="260"/>
            <ac:spMk id="30" creationId="{00000000-0000-0000-0000-000000000000}"/>
          </ac:spMkLst>
        </pc:spChg>
      </pc:sldChg>
      <pc:sldChg chg="modSp mod">
        <pc:chgData name="Anusha Reddy" userId="ed65a7f9e8f4be92" providerId="LiveId" clId="{9A734434-713B-46E4-9ABA-2B473EBF3104}" dt="2026-08-13T06:47:33.340" v="58" actId="255"/>
        <pc:sldMkLst>
          <pc:docMk/>
          <pc:sldMk cId="0" sldId="263"/>
        </pc:sldMkLst>
        <pc:spChg chg="mod">
          <ac:chgData name="Anusha Reddy" userId="ed65a7f9e8f4be92" providerId="LiveId" clId="{9A734434-713B-46E4-9ABA-2B473EBF3104}" dt="2026-08-13T06:47:25.983" v="57" actId="255"/>
          <ac:spMkLst>
            <pc:docMk/>
            <pc:sldMk cId="0" sldId="263"/>
            <ac:spMk id="7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22.542" v="56" actId="25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18.265" v="55" actId="255"/>
          <ac:spMkLst>
            <pc:docMk/>
            <pc:sldMk cId="0" sldId="263"/>
            <ac:spMk id="15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14.147" v="54" actId="25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01.139" v="51" actId="255"/>
          <ac:spMkLst>
            <pc:docMk/>
            <pc:sldMk cId="0" sldId="263"/>
            <ac:spMk id="23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03.766" v="52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09.327" v="53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Anusha Reddy" userId="ed65a7f9e8f4be92" providerId="LiveId" clId="{9A734434-713B-46E4-9ABA-2B473EBF3104}" dt="2026-08-13T06:47:33.340" v="58" actId="255"/>
          <ac:spMkLst>
            <pc:docMk/>
            <pc:sldMk cId="0" sldId="263"/>
            <ac:spMk id="3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688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" y="0"/>
            <a:ext cx="12188952" cy="6858000"/>
          </a:xfrm>
          <a:prstGeom prst="rect">
            <a:avLst/>
          </a:prstGeom>
          <a:solidFill>
            <a:srgbClr val="1B2430"/>
          </a:solidFill>
          <a:ln/>
        </p:spPr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6" name="Image 0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64" y="1283818"/>
            <a:ext cx="499262" cy="4992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REVIEW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33172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News Explorer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News Aggregation and Intelligent Retrieval System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D72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AA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Simplifying news discovery through web crawling, NLP, and relevance ranking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22960" y="5574182"/>
            <a:ext cx="9601200" cy="7808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 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2520030158-S.Anusha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2520030161-M.Srinikitha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2520030216-D.Deekshitha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6400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232E3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92808"/>
            <a:ext cx="685800" cy="685800"/>
          </a:xfrm>
          <a:prstGeom prst="ellipse">
            <a:avLst/>
          </a:prstGeom>
          <a:solidFill>
            <a:srgbClr val="D7263D"/>
          </a:solidFill>
          <a:ln/>
        </p:spPr>
      </p:sp>
      <p:pic>
        <p:nvPicPr>
          <p:cNvPr id="6" name="Image 0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057400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Overload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2258568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news articles are published daily across diverse, scattered media outlets.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17920" y="160020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232E3F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892808"/>
            <a:ext cx="685800" cy="685800"/>
          </a:xfrm>
          <a:prstGeom prst="ellipse">
            <a:avLst/>
          </a:prstGeom>
          <a:solidFill>
            <a:srgbClr val="D7263D"/>
          </a:solidFill>
          <a:ln/>
        </p:spPr>
      </p:sp>
      <p:pic>
        <p:nvPicPr>
          <p:cNvPr id="11" name="Image 1" descr="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2057400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85623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Slow, Inaccurate Discovery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60920" y="2258568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struggle to find relevant, timely, and trustworthy news quickly.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232E3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133088"/>
            <a:ext cx="685800" cy="685800"/>
          </a:xfrm>
          <a:prstGeom prst="ellipse">
            <a:avLst/>
          </a:prstGeom>
          <a:solidFill>
            <a:srgbClr val="D7263D"/>
          </a:solidFill>
          <a:ln/>
        </p:spPr>
      </p:sp>
      <p:pic>
        <p:nvPicPr>
          <p:cNvPr id="16" name="Image 2" descr="bran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297680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9651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Sources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91640" y="4498848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platform aggregates and indexes content from multiple outlets at scale.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217920" y="384048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232E3F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133088"/>
            <a:ext cx="685800" cy="685800"/>
          </a:xfrm>
          <a:prstGeom prst="ellipse">
            <a:avLst/>
          </a:prstGeom>
          <a:solidFill>
            <a:srgbClr val="D7263D"/>
          </a:solidFill>
          <a:ln/>
        </p:spPr>
      </p:sp>
      <p:pic>
        <p:nvPicPr>
          <p:cNvPr id="21" name="Image 3" descr="userc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4297680"/>
            <a:ext cx="356616" cy="35661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09651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Lack of Personalization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60920" y="4498848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rarely tailor results or alerts to individual reader interests.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Functionalities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6400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0020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6" name="Image 0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200985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Multi-Source Aggregation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8152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crawl and collect articles from diverse outlets &amp; APIs.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416552" y="160020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2584" y="185623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11" name="Image 1" descr="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03" y="200985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6060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&amp; Topic Search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45152" y="308152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news by keywords, categories, and topics in real time.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284464" y="160020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40496" y="185623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16" name="Image 2" descr="fil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4115" y="200985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13064" y="26060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Filtering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513064" y="308152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results by date, source, category, and relevance.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548640" y="411480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46227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21" name="Image 3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" y="4615891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52120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 Ranking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77240" y="56875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NLP-based scoring (TF-IDF / BM25) ranks results by significance.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4416552" y="420624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72584" y="446227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26" name="Image 4" descr="userc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203" y="4615891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52120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Personalized Feed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645152" y="56875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articles based on interests &amp; reading history.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8284464" y="420624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A8A8A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40496" y="4462272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31" name="Image 5" descr="be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4115" y="4615891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13064" y="52120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News Alerts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513064" y="56875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real-time notifications on topics of interest.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Technologies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6400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1907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7" name="Text 4"/>
          <p:cNvSpPr/>
          <p:nvPr/>
        </p:nvSpPr>
        <p:spPr>
          <a:xfrm>
            <a:off x="1508760" y="160020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Language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846320" y="160020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77240" y="254203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1" name="Text 7"/>
          <p:cNvSpPr/>
          <p:nvPr/>
        </p:nvSpPr>
        <p:spPr>
          <a:xfrm>
            <a:off x="1508760" y="242316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 &amp; Suffix Structures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846320" y="242316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DivSufSort (suffix array + LCP), suffix automaton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777240" y="336499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6" name="Text 11"/>
          <p:cNvSpPr/>
          <p:nvPr/>
        </p:nvSpPr>
        <p:spPr>
          <a:xfrm>
            <a:off x="1508760" y="324612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Programming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846320" y="324612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 maps / functools.lru_cache — bitmask DP, DP on trees</a:t>
            </a:r>
            <a:endParaRPr lang="en-US" dirty="0"/>
          </a:p>
        </p:txBody>
      </p:sp>
      <p:sp>
        <p:nvSpPr>
          <p:cNvPr id="18" name="Shape 13"/>
          <p:cNvSpPr/>
          <p:nvPr/>
        </p:nvSpPr>
        <p:spPr>
          <a:xfrm>
            <a:off x="777240" y="418795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0" name="Text 14"/>
          <p:cNvSpPr/>
          <p:nvPr/>
        </p:nvSpPr>
        <p:spPr>
          <a:xfrm>
            <a:off x="1508760" y="406908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&amp; Network Flow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846320" y="406908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Graph Library / NetworkX — Ford-Fulkerson, Edmonds-Karp, Dinic</a:t>
            </a:r>
            <a:endParaRPr lang="en-US" dirty="0"/>
          </a:p>
        </p:txBody>
      </p:sp>
      <p:sp>
        <p:nvSpPr>
          <p:cNvPr id="23" name="Shape 17"/>
          <p:cNvSpPr/>
          <p:nvPr/>
        </p:nvSpPr>
        <p:spPr>
          <a:xfrm>
            <a:off x="777240" y="501091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5" name="Text 18"/>
          <p:cNvSpPr/>
          <p:nvPr/>
        </p:nvSpPr>
        <p:spPr>
          <a:xfrm>
            <a:off x="1508760" y="489204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Approximation &amp; NP-Hard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4846320" y="489204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/ PuLP — greedy &amp; LP-relaxation heuristics for set-cover style clustering</a:t>
            </a:r>
            <a:endParaRPr lang="en-US" dirty="0"/>
          </a:p>
        </p:txBody>
      </p:sp>
      <p:sp>
        <p:nvSpPr>
          <p:cNvPr id="27" name="Shape 20"/>
          <p:cNvSpPr/>
          <p:nvPr/>
        </p:nvSpPr>
        <p:spPr>
          <a:xfrm>
            <a:off x="777240" y="5833872"/>
            <a:ext cx="475488" cy="47548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9" name="Text 21"/>
          <p:cNvSpPr/>
          <p:nvPr/>
        </p:nvSpPr>
        <p:spPr>
          <a:xfrm>
            <a:off x="1508760" y="571500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Randomized &amp; Parallel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4846320" y="5715000"/>
            <a:ext cx="6537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datasketch (MinHash/LSH), OpenMP / Python multiprocessing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39885B-FD4D-993A-8D80-1C730C49E684}"/>
              </a:ext>
            </a:extLst>
          </p:cNvPr>
          <p:cNvSpPr txBox="1"/>
          <p:nvPr/>
        </p:nvSpPr>
        <p:spPr>
          <a:xfrm>
            <a:off x="6208776" y="37124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6400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91640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3794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37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functional platform aggregating and indexing news in real time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61518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6151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46888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accurate keyword &amp; topic search with relevance ranking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39242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924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24612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news feed tailored to individual reader interests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16966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402336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breaking news alerts delivered to users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800600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94690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9469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80060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Scalable, fault-tolerant system handling high traffic &amp; continuous data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81000" y="5696712"/>
            <a:ext cx="7498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A8A8A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5724144"/>
            <a:ext cx="365760" cy="3657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724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577840"/>
            <a:ext cx="6629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information overload and a better news discovery experience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66760" y="1691640"/>
            <a:ext cx="3246120" cy="4663440"/>
          </a:xfrm>
          <a:prstGeom prst="roundRect">
            <a:avLst>
              <a:gd name="adj" fmla="val 3944"/>
            </a:avLst>
          </a:prstGeom>
          <a:solidFill>
            <a:srgbClr val="1B2430"/>
          </a:solidFill>
          <a:ln/>
        </p:spPr>
      </p:sp>
      <p:pic>
        <p:nvPicPr>
          <p:cNvPr id="30" name="Image 0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8590" y="2163470"/>
            <a:ext cx="427939" cy="427939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64108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 Line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641080" y="333756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C6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fast, reliable, and personalized destination — so readers spend less time searching and more time staying informed.</a:t>
            </a:r>
            <a:endParaRPr lang="en-US" dirty="0"/>
          </a:p>
        </p:txBody>
      </p:sp>
      <p:sp>
        <p:nvSpPr>
          <p:cNvPr id="33" name="Shape 30"/>
          <p:cNvSpPr/>
          <p:nvPr/>
        </p:nvSpPr>
        <p:spPr>
          <a:xfrm>
            <a:off x="8641080" y="5577840"/>
            <a:ext cx="2468880" cy="0"/>
          </a:xfrm>
          <a:prstGeom prst="line">
            <a:avLst/>
          </a:prstGeom>
          <a:noFill/>
          <a:ln w="19050">
            <a:solidFill>
              <a:srgbClr val="D7263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357</Words>
  <Application>Microsoft Office PowerPoint</Application>
  <PresentationFormat>Widescreen</PresentationFormat>
  <Paragraphs>63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Anusha Reddy</cp:lastModifiedBy>
  <cp:revision>2</cp:revision>
  <dcterms:created xsi:type="dcterms:W3CDTF">2026-08-12T10:01:01Z</dcterms:created>
  <dcterms:modified xsi:type="dcterms:W3CDTF">2026-08-13T06:49:56Z</dcterms:modified>
</cp:coreProperties>
</file>